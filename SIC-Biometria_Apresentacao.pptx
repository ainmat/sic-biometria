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-914400" y="-914400"/>
            <a:ext cx="4572000" cy="8686800"/>
          </a:xfrm>
          <a:prstGeom prst="rect">
            <a:avLst/>
          </a:prstGeom>
          <a:solidFill>
            <a:srgbClr val="0D142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114800"/>
            <a:ext cx="4572000" cy="457200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4" name="Image 0" descr="/Users/mat/Documentos Prefeitura/Dashboard-Biometria/img/logo-prefeitura-osas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97280" cy="1097280"/>
          </a:xfrm>
          <a:prstGeom prst="rect">
            <a:avLst/>
          </a:prstGeom>
        </p:spPr>
      </p:pic>
      <p:pic>
        <p:nvPicPr>
          <p:cNvPr id="5" name="Image 1" descr="/Users/mat/Documentos Prefeitura/Dashboard-Biometria/img/logo-dar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0292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 · Biometria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548640" y="2743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Integrado de Controle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48640" y="33832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Data Pipeline e Observabilidade para gestão inteligente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biometria facial, ponto biométrico, folha e servidores.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29768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572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Prefeitura Municipal de Osasco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 de Administração e Recursos Humanos — DARH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de Biometria Facial
</a:t>
            </a:r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 de 2026  ·  Versão 2.0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583680" y="50292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56832" y="5029200"/>
            <a:ext cx="186537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9"/>
          <p:cNvSpPr/>
          <p:nvPr/>
        </p:nvSpPr>
        <p:spPr>
          <a:xfrm>
            <a:off x="6675120" y="507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CUSTO TOTAL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667512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R$ 0,00 / mês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e a Solução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SIC-Biometria foi criado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63040"/>
            <a:ext cx="3694176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O PROBLEMA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chamados feita manualmente em planilhas dispersas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visibilidade em tempo real do estado dos equipamentos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de incidentes feita à mão, sujeita a erros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Prévias de frequência conferidas individualmente por secretaria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Folha de pagamento sem cruzamento automatizado com ponto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Informações de servidores fragmentadas em múltiplos sistemas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internos sem rastreabilidade digital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9472" y="1463040"/>
            <a:ext cx="369417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 SOLUÇÃO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05740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unificado com 6 módulos integrados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automatizado com IA (Gemini Flash)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semântica automática de chamados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de prévias com processamento em lote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Conferência automatizada de folha × ponto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completo de análise do quadro de servidores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digital com tramitação e histórico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5715000"/>
            <a:ext cx="80832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760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100% gratuito  ·  Sem dependência de fornecedor  ·  Atualização em tempo real  ·  Desenvolvido internamente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do Sistema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dos 6 módulos integrados na plataforma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245973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270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03120" y="15270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telas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6928" y="1874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Chamados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423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chamados, parque de equipamentos, análise de tendências e unidades críticas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37560" y="14173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1417320"/>
            <a:ext cx="2459736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15270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3480" y="15270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telas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47288" y="1874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Biométrico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47288" y="2423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de prévias, histórico de competências e BI/Indicadores de frequência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1417320"/>
            <a:ext cx="245973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327648" y="15270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63840" y="15270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telas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327648" y="1874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Folha de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2423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Importação, dashboard, simulador, comparativo mensal e conferência ponto × folha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3886200"/>
            <a:ext cx="2459736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9959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103120" y="39959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telas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4892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Diretório, aposentadoria, comissionados, escolaridade, perfil, saúde e simulador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37560" y="38862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10712" y="3886200"/>
            <a:ext cx="2459736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3447288" y="39959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83480" y="39959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telas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447288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47288" y="4892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Criação, consulta e painel de protocolos com tramitação e rastreabilidade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17920" y="38862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91072" y="3886200"/>
            <a:ext cx="2459736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6327648" y="39959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863840" y="39959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tela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327648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Administração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27648" y="4892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usuários, controle de acesso por perfil (Master, Admin, Visitante)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 Sistema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Pipeline com 5 camadas de software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417320"/>
            <a:ext cx="1508760" cy="17373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1417320"/>
            <a:ext cx="136245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270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3192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Upload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01368" y="1965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03120" y="1417320"/>
            <a:ext cx="1508760" cy="17373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76272" y="1417320"/>
            <a:ext cx="1362456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5270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76272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76272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84448" y="1965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886200" y="1417320"/>
            <a:ext cx="1508760" cy="17373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59352" y="1417320"/>
            <a:ext cx="1362456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15270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59352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59352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Flash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do Google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67528" y="1965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69280" y="1417320"/>
            <a:ext cx="1508760" cy="17373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42432" y="1417320"/>
            <a:ext cx="136245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5270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742432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42432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50608" y="1965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452360" y="1417320"/>
            <a:ext cx="1508760" cy="17373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25512" y="1417320"/>
            <a:ext cx="1362456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7955280" y="15270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525512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25512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52044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Fluxo de Dados — Passo a Passo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39776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Operador exporta planilha semanal de chamados do AdvancisMax/Auvo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n8n detecta automaticamente a nova planilha via upload de arquivo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n8n processa e estrutura os dados da planilha semanal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Gemini Flash (IA) interpreta e classifica os chamados semanticamente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Supabase salva via upsert — atualiza se ticket já existir (idempotente)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Dashboard web atualiza instantaneamente via Supabase Realtime (WebSocket)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Módulo: Equipamentos e Chamados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inteligente do parque de biometria facial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80832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90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9047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 KPIs em tempo real, filtros por secretaria, gráficos de distribuição por motivo/severidade, timeline de eventos e tabela de ocorrências.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2331720"/>
            <a:ext cx="80832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04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 de Equipamentos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40487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Inventário completo do parque de biometria com status (ativo/manutenção/inativo), localização, modelo, série e histórico de manutenções.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246120"/>
            <a:ext cx="80832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192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Chamados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31927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Listagem completa com busca, filtros avançados e visualização detalhada de cada ticket com classificação IA.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4160520"/>
            <a:ext cx="80832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33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Críticas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423367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automática de unidades com múltiplos chamados recorrentes, permitindo ação preventiva.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5074920"/>
            <a:ext cx="80832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148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Tendências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514807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de evolução temporal, projeções e detecção de padrões para planejamento estratégico.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60350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" y="6035040"/>
            <a:ext cx="8083296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6080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Classificação por IA: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309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Motivos: Suporte/Fixação  |  Falha de Reconhecimento  |  Equipamento Inoperante  |  Configuração/Instalação     ·     Severidade: Alta  |  Média  |  Baixa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Módulo: Ponto Biométrico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Prévias de frequência com processamento em lote e indicadores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3739896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2704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 Importação Inteligente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de planilhas Excel (.xlsx) com processamento em lote server-side. Suporte a múltiplas competências com controle de duplicatas via upsert.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417320"/>
            <a:ext cx="37398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52704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 Simulador de Prévias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92024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Cruzamento automático de marcações do ponto com cadastro de servidores. Cálculo de faltas, atrasos, DSR e percentuais de desconto por secretaria.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749040"/>
            <a:ext cx="373989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85876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BI / Indicadores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25196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analítico com ranking de secretarias, Z-Score estatístico, classificação de alertas e comparativo mensal de ocorrências.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74904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3749040"/>
            <a:ext cx="3739896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85876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Histórico de Competências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425196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Visualização temporal de todas as competências publicadas com métricas consolidadas e evolução por secretaria.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Módulo: Folha de Pagamento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Análise, simulação e conferência automatizada da folha processada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808329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90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 Importar Folha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9047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de planilhas da folha processada com parsing inteligente. Extrai faltas, atrasos, HE 50/100%, adicional noturno e DSR.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2377440"/>
            <a:ext cx="80832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505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 Folha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45059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consolidada por secretaria com totais de faltas, atrasos e horas extras. Filtros dinâmicos e cards de resumo.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337560"/>
            <a:ext cx="8083296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10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 Simulador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41071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de cenários "what-if" sobre a folha. Projeção de impacto financeiro de faltas e atrasos por secretaria.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4297680"/>
            <a:ext cx="8083296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70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Comparativo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437083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mês a mês com gráficos de evolução, variação percentual e detecção de anomalias entre competências.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52578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5257800"/>
            <a:ext cx="8083296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3309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Conferência Ponto × Folha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5330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Cruzamento automático dos dados de ponto biométrico com a folha processada. Identificação de divergências.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Módulo: Servidores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completa do quadro de pessoal — 10 telas de inteligência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387705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Executivo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consolidados do quadro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9472" y="1417320"/>
            <a:ext cx="387705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Diretório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 consulta de servidores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377440"/>
            <a:ext cx="3877056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de Aposentadoria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de aposentadorias por período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46320" y="23774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9472" y="2377440"/>
            <a:ext cx="3877056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Comissionados × Efetivos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proporção e distribuição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337560"/>
            <a:ext cx="387705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410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Descompasso Escolaridade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com escolaridade acima/abaixo do cargo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33375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19472" y="3337560"/>
            <a:ext cx="387705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410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do Quadro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Demografia, gênero e distribuição etária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0352" y="4297680"/>
            <a:ext cx="3877056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do Quadro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4663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absenteísmo e rotatividade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4297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19472" y="4297680"/>
            <a:ext cx="3877056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4663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e inconsistências detectadas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52578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0352" y="5257800"/>
            <a:ext cx="3877056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5330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de Cenários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" y="5623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Projeções de impacto em aposentadorias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46320" y="52578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19472" y="5257800"/>
            <a:ext cx="387705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4983480" y="5330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de Jornadas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83480" y="5623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de jornadas de trabalho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Módulo: Protocolo Digital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Tramitação e rastreabilidade de solicitações internas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80832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Painel de Protocolos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com KPIs de status (Aberto, Em Andamento, Concluído), filtros por secretaria, prioridade e responsável. Indicadores de SLA e prazo.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2971800"/>
            <a:ext cx="8083296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Consulta de Protocolos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avançada por número, requerente, matrícula ou secretaria. Visualização do histórico completo de tramitação com timeline detalhada.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4526280"/>
            <a:ext cx="808329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 Novo Protocolo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983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de abertura com geração automática de número, definição de prioridade, prazo estimado e anexo de documentos.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9/14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Governança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Autenticação, controle de acesso e auditoria completa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37398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Autenticação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com username e senha (bcrypt)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Sessões com token UUID de 24h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server-side via RPC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operações críticas autenticadas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Senhas armazenadas com hash + salt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73752" y="1417320"/>
            <a:ext cx="3739896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Controle de Acesso (RBAC)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Master: acesso total + gestão de usuários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importação de dados + operações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Visitante: visualização e consulta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 protegidas com RequireAuth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 filtrados por perfil no Sidebar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931920"/>
            <a:ext cx="373989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Segurança de Dados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(Row Level Security) em todas as tabelas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anon_key: somente leitura no dashboard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service_role_key: somente no backend (n8n)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nunca expostas no frontend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Sanitização de inputs contra XSS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393192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73752" y="3931920"/>
            <a:ext cx="3739896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Auditoria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43891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de todas as operações (audit_log)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usuário, operação e timestamp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Contagem de registros afetados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completa de importações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tramitação em protocolos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e Custo Zero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100% gratuita em camadas Free Tier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18872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Serviço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Supabase (PostgreSQL + Realtime)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R$ 0,00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MB / 50k req/mês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n8n (ETL + Orquestração)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R$ 0,00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Execuções ilimitadas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Flash (IA)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R$ 0,00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req/min, 1M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 (Hosting)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Hobby Free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R$ 0,00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Ilimitado p/ estáticos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Sheets (Input)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R$ 0,00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Planilhas ilimitadas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MENSAL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R$ 0,00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GRATUITO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43484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0352" y="4434840"/>
            <a:ext cx="373989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526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Economia Projetada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892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licenciamento de software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infraestrutura em nuvem paga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consultoria externa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100% interno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 feita pela própria equipe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00600" y="443484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73752" y="4434840"/>
            <a:ext cx="37398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4983480" y="4526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 Stack Tecnológica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4892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19 + Vite + TailwindCSS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Supabase (PostgreSQL + RPC)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ETL: n8n com workflows visuais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IA: Google Gemini Flash (gratuito)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Deploy: Vercel (CI/CD automático)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do Projeto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e abrangência da plataforma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245973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08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Telas no sistema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417320"/>
            <a:ext cx="2459736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508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783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29000" y="2103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integrados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1417320"/>
            <a:ext cx="245973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508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1783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RPCs seguras (PL/pgSQL)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" y="3383280"/>
            <a:ext cx="2459736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474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3749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" y="4069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mensal total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37560" y="33832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10712" y="3383280"/>
            <a:ext cx="2459736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3447288" y="3474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29000" y="3749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429000" y="4069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Interactive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17920" y="33832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91072" y="3383280"/>
            <a:ext cx="245973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327648" y="3474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🏛️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09360" y="3749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09360" y="4069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interno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53492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0352" y="5349240"/>
            <a:ext cx="80832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440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Funcionalidades-Chave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5760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Dashboard Realtime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Classificação por IA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Upsert idempotente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37560" y="5760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Simulador de prévias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Conferência ponto×folha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BI com Z-Score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035040" y="5760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Radar de aposentadoria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Protocolo digital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Auditoria completa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Evolução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concluídas e próximos passos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2468880"/>
          </a:xfrm>
          <a:prstGeom prst="roundRect">
            <a:avLst>
              <a:gd name="adj" fmla="val 296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8083296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Fases Concluídas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1a — Schema Supabase, tickets inseridos, RLS configurado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1b — n8n instalado e acessível em ambiente local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1c — Workflow n8n: Planilha Semanal → Gemini → Supabase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1d — Dashboard publicado no Vercel com dados reais e Realtime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2c — Migração de PDFs isolados para planilhas semanais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2.0 — Migração completa para React 19 + módulos de Folha, Servidores, Protocolo e Admin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4114800"/>
            <a:ext cx="3739896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Em Andamento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do Auvo — automação total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parque de equipamentos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0600" y="411480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73752" y="4114800"/>
            <a:ext cx="3739896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Próximos Passos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4572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push para chamados críticos</a:t>
            </a:r>
            <a:endParaRPr lang="en-US" sz="950" dirty="0"/>
          </a:p>
          <a:p>
            <a:pPr>
              <a:spcAft>
                <a:spcPts val="600"/>
              </a:spcAft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 automatizada de relatórios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5669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5669280"/>
            <a:ext cx="8083296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715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Evolução v1.2 → v2.0: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 → Planilhas estruturadas   ·   Oracle Cloud → Self-hosted local   ·   Vanilla JS → React 19   ·   1 módulo → 6 módulos integrados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13/14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4" name="Image 0" descr="/Users/mat/Documentos Prefeitura/Dashboard-Biometria/img/logo-prefeitura-osas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7315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 · Biometria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Integrado de Controle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566160"/>
            <a:ext cx="27432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módulos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27+ telas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R$ 0,00/mês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interno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Prefeitura Municipal de Osasco
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 de Administração e Recursos Humanos — DARH
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de Biometria Facial
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Desenvolvido por Mateus Carvalho
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 de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SIC-Biometria  ·  Prefeitura de Osasco  ·  Julho 2026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58952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Prefeitura Municipal de Osasco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SIC-Biometria — Sistema Integrado de Controle</dc:title>
  <dc:subject>SIC-Biometria — Apresentação do Projeto</dc:subject>
  <dc:creator>Mateus Carvalho</dc:creator>
  <cp:lastModifiedBy>Mateus Carvalho</cp:lastModifiedBy>
  <cp:revision>1</cp:revision>
  <dcterms:created xsi:type="dcterms:W3CDTF">2026-07-28T14:17:48Z</dcterms:created>
  <dcterms:modified xsi:type="dcterms:W3CDTF">2026-07-28T14:17:48Z</dcterms:modified>
</cp:coreProperties>
</file>